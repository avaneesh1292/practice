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483394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3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9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84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0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43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05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873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9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85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27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82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04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079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23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2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Retrieval-Augmented Generation (RAG)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1116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4532671"/>
            <a:ext cx="7955390" cy="1467145"/>
          </a:xfrm>
        </p:spPr>
        <p:txBody>
          <a:bodyPr>
            <a:normAutofit fontScale="77500" lnSpcReduction="20000"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RAG combines Information Retrieval + Large Language Models.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Retrieves external knowledge before answering.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Produces factual and grounded responses.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Reduces hallucinations.</a:t>
            </a:r>
          </a:p>
        </p:txBody>
      </p:sp>
      <p:pic>
        <p:nvPicPr>
          <p:cNvPr id="4098" name="Picture 2" descr="RAG Pipelines: Everything You Need to Know | Encord">
            <a:extLst>
              <a:ext uri="{FF2B5EF4-FFF2-40B4-BE49-F238E27FC236}">
                <a16:creationId xmlns:a16="http://schemas.microsoft.com/office/drawing/2014/main" id="{70A912F0-06AC-4209-C495-386593C8D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3" y="1268361"/>
            <a:ext cx="7809817" cy="315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2. Why RAG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959" y="2438401"/>
            <a:ext cx="7704667" cy="3332816"/>
          </a:xfrm>
        </p:spPr>
        <p:txBody>
          <a:bodyPr>
            <a:normAutofit lnSpcReduction="10000"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LLMs have limited or outdated internal knowledge.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RAG accesses private or live data.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Ensures accuracy and context awareness.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Reduces hallucinations.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3. RAG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644" y="2241139"/>
            <a:ext cx="3940822" cy="3332816"/>
          </a:xfrm>
        </p:spPr>
        <p:txBody>
          <a:bodyPr>
            <a:normAutofit fontScale="92500" lnSpcReduction="20000"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Two main components: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1) Retrieval Module – fetches relevant text chunks.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2) Generation Module – LLM uses retrieved context.</a:t>
            </a: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Flow: Query → Retrieval → Context → LLM → Answer.</a:t>
            </a:r>
          </a:p>
        </p:txBody>
      </p:sp>
      <p:pic>
        <p:nvPicPr>
          <p:cNvPr id="2050" name="Picture 2" descr="What is Retrieval Augmented Generation (RAG)? | A Complete Guide">
            <a:extLst>
              <a:ext uri="{FF2B5EF4-FFF2-40B4-BE49-F238E27FC236}">
                <a16:creationId xmlns:a16="http://schemas.microsoft.com/office/drawing/2014/main" id="{D4598B94-41FC-7FB8-B654-5AAEEA2BF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467" y="2438401"/>
            <a:ext cx="3852334" cy="3135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4. Chunking (Text Splitting)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529349"/>
            <a:ext cx="7704667" cy="3332816"/>
          </a:xfrm>
        </p:spPr>
        <p:txBody>
          <a:bodyPr>
            <a:normAutofit lnSpcReduction="10000"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Splits large documents into smaller pieces.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Using Recursive Character Chunking.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Chunk size: 500 chars, overlap: 80.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Preserves meaning for better retrieval.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5.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438401"/>
            <a:ext cx="7704667" cy="3332816"/>
          </a:xfrm>
        </p:spPr>
        <p:txBody>
          <a:bodyPr>
            <a:normAutofit lnSpcReduction="10000"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Converts text into numerical vectors.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Similar meanings create similar embeddings.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Enables semantic (meaning-based) search.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Foundation of retrieval in RAG.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6. FAISS &amp; Semantic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4" y="2667000"/>
            <a:ext cx="3855337" cy="3332816"/>
          </a:xfrm>
        </p:spPr>
        <p:txBody>
          <a:bodyPr>
            <a:normAutofit fontScale="77500" lnSpcReduction="20000"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FAISS: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High-performance vector store from Meta.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Stores embeddings for fast search.</a:t>
            </a: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Semantic Search: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Finds meaning-based matches.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Query → embedding → nearest document vectors.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097173-BC0F-58E7-E3E4-16179DFDE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470" y="2667000"/>
            <a:ext cx="4306529" cy="33328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7. Generation using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438401"/>
            <a:ext cx="7704667" cy="3332816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Retrieved context is passed into the prompt.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Gemini 2.5 Flash generates grounded answers.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Ensures answers are factual and context-aware.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7A332-B66D-3FB1-05F2-A588C466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8. Limitations of RAG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47D834-2D6E-81BF-CC47-FF400C8F06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8675" y="2448268"/>
            <a:ext cx="602665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Retrieval errors lead to wrong answers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Chunking must be tuned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 search may bring irrelevant chunks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Hallucinations can still occur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 model quality matters</a:t>
            </a:r>
          </a:p>
        </p:txBody>
      </p:sp>
    </p:spTree>
    <p:extLst>
      <p:ext uri="{BB962C8B-B14F-4D97-AF65-F5344CB8AC3E}">
        <p14:creationId xmlns:p14="http://schemas.microsoft.com/office/powerpoint/2010/main" val="584639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438401"/>
            <a:ext cx="3589867" cy="3561415"/>
          </a:xfrm>
        </p:spPr>
        <p:txBody>
          <a:bodyPr>
            <a:normAutofit fontScale="92500" lnSpcReduction="10000"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RAG = Retrieval + Generation.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Key elements: Chunking, Embeddings, FAISS, Semantic Search.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More reliable than standalone LLMs.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Useful for enterprise Q&amp;A and search systems.</a:t>
            </a:r>
          </a:p>
        </p:txBody>
      </p:sp>
      <p:pic>
        <p:nvPicPr>
          <p:cNvPr id="1026" name="Picture 2" descr="Advanced RAG: Architecture, Techniques, Applications and Use ...">
            <a:extLst>
              <a:ext uri="{FF2B5EF4-FFF2-40B4-BE49-F238E27FC236}">
                <a16:creationId xmlns:a16="http://schemas.microsoft.com/office/drawing/2014/main" id="{EB79A3A7-A49B-1C18-3D29-37DB69DDD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438401"/>
            <a:ext cx="4326193" cy="356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33</TotalTime>
  <Words>297</Words>
  <Application>Microsoft Office PowerPoint</Application>
  <PresentationFormat>On-screen Show (4:3)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Parallax</vt:lpstr>
      <vt:lpstr>Retrieval-Augmented Generation (RAG) Overview</vt:lpstr>
      <vt:lpstr>1.What is RAG?</vt:lpstr>
      <vt:lpstr>2. Why RAG is Needed</vt:lpstr>
      <vt:lpstr>3. RAG Architecture</vt:lpstr>
      <vt:lpstr>4. Chunking (Text Splitting)</vt:lpstr>
      <vt:lpstr>5. Embeddings</vt:lpstr>
      <vt:lpstr>6. FAISS &amp; Semantic Search</vt:lpstr>
      <vt:lpstr>7. Generation using LLM</vt:lpstr>
      <vt:lpstr>8. Limitations of RAG</vt:lpstr>
      <vt:lpstr>9.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Avaneesh Reddy</cp:lastModifiedBy>
  <cp:revision>6</cp:revision>
  <dcterms:created xsi:type="dcterms:W3CDTF">2013-01-27T09:14:16Z</dcterms:created>
  <dcterms:modified xsi:type="dcterms:W3CDTF">2025-12-12T11:23:18Z</dcterms:modified>
  <cp:category/>
</cp:coreProperties>
</file>